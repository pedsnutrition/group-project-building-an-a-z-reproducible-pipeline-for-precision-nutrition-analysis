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F7C9-AF9A-C913-2E6F-0EE1AE823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A6D12-28D2-E232-673E-C45E7AC0C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D133-C9AF-4E71-9F93-EB4050F2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5633-C40B-8FFA-B4ED-6C4EDB01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6E3CA-4844-0186-8F8C-DE798E5C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6237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E158-5D91-4773-1DB5-170DBB57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50262-A768-78AA-021C-71CA0B2B8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BBD4-6932-C3CF-A207-0100EDF9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8AE3-F900-7AB6-33C9-A168C39E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02D65-AF8F-DA9C-1FF9-739DAEA3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4599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80F5-12FD-3A52-1B2F-F391BFCC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F0D9C-FEBD-3450-3E2F-89A544B2D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AF3C5-89B8-64FE-9E4C-A88C7B72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7B2E7-4F8B-227B-4D1F-E9EC1CAF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95D5-A71B-6501-8E0C-1DD49CCB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469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283C-3688-C274-5BD3-186ADE13E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050A-CDA9-9EB5-87D3-45471E194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B2BFE-6FA8-7DAD-AF69-18A81E85F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F12C3-3091-BE10-03F2-50F74397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03025-4BE8-17F2-DC74-5E4096A1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D1B3A-15E4-4137-29AE-7E5E5C7B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8800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09E9-DEC0-D17D-56A9-915B622D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1E116-09E5-A12A-B4EC-476DEFE37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6C59B-A9EF-D59B-B854-C74ADDF13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071B2-EB1A-264E-27EB-204C16E79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4CCF1-524A-24AD-584C-E21E172CC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1FC9F-74A2-9469-85DA-D541FC96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EA1AD-AF90-E753-A94E-68BB757B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393D5-4E3C-F83C-C5A8-F72585F5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290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C3FB-0051-DF4D-9770-7FADE8B6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CA5B4-DEE1-A6AD-AE4D-CAD9BE70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89B97-295E-47C6-A3F7-0AC75160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CB911-67B0-5AB6-58C8-355813F0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1688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430E9-6244-FD3C-70BE-44D7B510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13D44-5993-D809-8DF0-4EE58553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55ACF-AD21-A0DF-8F76-73EDA47D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515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8CE4D-4471-BB5B-AA2F-95AFA8241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DD94-8C6F-FC8C-5BB8-F6CE5C194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98322-8111-50E8-1711-25008E2C5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9142A-E9CE-585E-BAA7-034887C9D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94FF0-2240-C0FA-F216-ED35AF07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88996-A198-63CC-0E53-EEF95922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678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576F-8A3B-344D-DFFA-8D9EC2B8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FD1EF-F956-3FF4-050E-5D6F56335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A35B3-9191-600F-C50F-DE70D132B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A2D29-7980-571C-68E2-E033B40C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0BFDA-3C58-7608-0A4D-D140250E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8C41B-D77E-AB35-2D6B-6E94A4F9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849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BB28-A970-E7C8-7D79-84D81953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25C43-F59D-F966-39B5-EF8236BA8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3F0AA-67C1-55C4-0D82-741DB703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FD076-6B3E-9492-FBE1-52D727C3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821C-B2F1-1EF4-2B2C-B73599C7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150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C413C-CB47-FD97-38B1-3217E57C3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0075C-4126-5453-E7B5-D20EE3878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D9A9-2E50-4CDD-B62F-8A65F55D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5E923-E56F-BAA9-411A-3FC3C6A4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B5707-076F-0DB4-40D1-41153B1C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8447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014A0-DFBF-CAF7-981A-B5790279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1E76-B333-287C-673E-02FC19467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D0BC3-FCD9-F084-0DCB-3E8CD73FD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82C89-2627-4A83-9985-8556A295C835}" type="datetimeFigureOut">
              <a:rPr lang="en-ID" smtClean="0"/>
              <a:t>07/04/2026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BD6F2-C845-5E41-4811-90CBB772C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BD469-520A-B1F9-A988-11F54015D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B94FE-00E9-4360-81D9-602FD5D299EB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332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DB79-7D2A-4F01-15A6-399FD43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66" y="5561813"/>
            <a:ext cx="4714187" cy="4430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latin typeface="+mn-lt"/>
              </a:rPr>
              <a:t>Raw Euclidian</a:t>
            </a:r>
            <a:endParaRPr lang="en-ID" sz="2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A5C95-F6C6-6470-2F84-A17FC6686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80" y="661775"/>
            <a:ext cx="5311805" cy="4900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0CE40-EA75-60BD-6155-29E976A57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620" y="661774"/>
            <a:ext cx="5257800" cy="490003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E2B42DB-7E2F-00BB-1759-E308B05D0B17}"/>
              </a:ext>
            </a:extLst>
          </p:cNvPr>
          <p:cNvSpPr txBox="1">
            <a:spLocks/>
          </p:cNvSpPr>
          <p:nvPr/>
        </p:nvSpPr>
        <p:spPr>
          <a:xfrm>
            <a:off x="6565426" y="5532437"/>
            <a:ext cx="4714187" cy="47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+mn-lt"/>
              </a:rPr>
              <a:t>Standardized Euclidian</a:t>
            </a:r>
            <a:endParaRPr lang="en-ID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840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EC5F-656F-5116-F25B-2AEC1DC8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A7D6-A652-6907-0054-F3B5E732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66" y="5805265"/>
            <a:ext cx="4714187" cy="4430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latin typeface="+mn-lt"/>
              </a:rPr>
              <a:t>Raw Manhattan</a:t>
            </a:r>
            <a:endParaRPr lang="en-ID" sz="2800" b="1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5C499F-1214-D651-FA86-EACC959F5F5B}"/>
              </a:ext>
            </a:extLst>
          </p:cNvPr>
          <p:cNvSpPr txBox="1">
            <a:spLocks/>
          </p:cNvSpPr>
          <p:nvPr/>
        </p:nvSpPr>
        <p:spPr>
          <a:xfrm>
            <a:off x="6435088" y="5775889"/>
            <a:ext cx="4714187" cy="47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+mn-lt"/>
              </a:rPr>
              <a:t>Standardized Manhattan</a:t>
            </a:r>
            <a:endParaRPr lang="en-ID" sz="2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3E66C-11FE-F132-2504-16326F0B9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50" y="451308"/>
            <a:ext cx="5478779" cy="5081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6337D-1673-4CD4-4CCD-9B4B38A7B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459" y="451309"/>
            <a:ext cx="5587935" cy="50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2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Raw Euclidian</vt:lpstr>
      <vt:lpstr>Raw Manhattan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Komang Triyani</dc:creator>
  <cp:lastModifiedBy>Komang Triyani</cp:lastModifiedBy>
  <cp:revision>1</cp:revision>
  <dcterms:created xsi:type="dcterms:W3CDTF">2026-04-07T11:26:46Z</dcterms:created>
  <dcterms:modified xsi:type="dcterms:W3CDTF">2026-04-07T11:27:41Z</dcterms:modified>
</cp:coreProperties>
</file>